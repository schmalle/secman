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Secman Workgroup Feature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Documentation: Concept, Access Rights, and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Workgroup?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workgroup is a scoped collaboration boundary for assets and vulnerabilities.</a:t>
            </a:r>
          </a:p>
          <a:p>
            <a:pPr>
              <a:defRPr sz="2400"/>
            </a:pPr>
            <a:r>
              <a:t>Users only see data for assets connected to workgroups they can access.</a:t>
            </a:r>
          </a:p>
          <a:p>
            <a:pPr>
              <a:defRPr sz="2400"/>
            </a:pPr>
            <a:r>
              <a:t>Workgroups also support AWS account assignments for cloud data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Workgroup: name, description, criticality, optional creator (created_by_id).</a:t>
            </a:r>
          </a:p>
          <a:p>
            <a:pPr>
              <a:defRPr sz="2400"/>
            </a:pPr>
            <a:r>
              <a:t>User ↔ Workgroup mapping (user_workgroups).</a:t>
            </a:r>
          </a:p>
          <a:p>
            <a:pPr>
              <a:defRPr sz="2400"/>
            </a:pPr>
            <a:r>
              <a:t>Asset ↔ Workgroup mapping (asset_workgroups).</a:t>
            </a:r>
          </a:p>
          <a:p>
            <a:pPr>
              <a:defRPr sz="2400"/>
            </a:pPr>
            <a:r>
              <a:t>Workgroup ↔ AWS account mapping (workgroup_aws_account).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RBAC gate: APIs/tools require role permissions (e.g., WORKGROUPS_WRITE).</a:t>
            </a:r>
          </a:p>
          <a:p>
            <a:pPr>
              <a:defRPr sz="2400"/>
            </a:pPr>
            <a:r>
              <a:t>Workgroup scope gate: data-level filtering by user membership.</a:t>
            </a:r>
          </a:p>
          <a:p>
            <a:pPr>
              <a:defRPr sz="2400"/>
            </a:pPr>
            <a:r>
              <a:t>Regular users can only operate inside accessible workgroups/assets.</a:t>
            </a:r>
          </a:p>
          <a:p>
            <a:pPr>
              <a:defRPr sz="2400"/>
            </a:pPr>
            <a:r>
              <a:t>Admin users can manage all workgroups and assignments.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Workgroup Rights (Functional)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Read rights: list workgroups and view accessible assets/vulnerabilities.</a:t>
            </a:r>
          </a:p>
          <a:p>
            <a:pPr>
              <a:defRPr sz="2400"/>
            </a:pPr>
            <a:r>
              <a:t>Write rights: create/delete workgroups; assign users/assets to workgroups.</a:t>
            </a:r>
          </a:p>
          <a:p>
            <a:pPr>
              <a:defRPr sz="2400"/>
            </a:pPr>
            <a:r>
              <a:t>Cloud rights: add/remove/list workgroup AWS accounts.</a:t>
            </a:r>
          </a:p>
          <a:p>
            <a:pPr>
              <a:defRPr sz="2400"/>
            </a:pPr>
            <a:r>
              <a:t>Deletion safety: non-privileged users may delete only workgroups they created.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/ API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create_workgroup(name, description)</a:t>
            </a:r>
          </a:p>
          <a:p>
            <a:pPr>
              <a:defRPr sz="2000"/>
            </a:pPr>
            <a:r>
              <a:t>delete_workgroup(workgroupId)</a:t>
            </a:r>
          </a:p>
          <a:p>
            <a:pPr>
              <a:defRPr sz="2000"/>
            </a:pPr>
            <a:r>
              <a:t>assign_assets_to_workgroup(workgroupId, assetIds[])</a:t>
            </a:r>
          </a:p>
          <a:p>
            <a:pPr>
              <a:defRPr sz="2000"/>
            </a:pPr>
            <a:r>
              <a:t>assign_users_to_workgroup(workgroupId, userIds[])</a:t>
            </a:r>
          </a:p>
          <a:p>
            <a:pPr>
              <a:defRPr sz="2000"/>
            </a:pPr>
            <a:r>
              <a:t>list/add/remove_workgroup_aws_account(workgroupId, cloudAccountId)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Governance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Create workgroup for a team or domain boundary.</a:t>
            </a:r>
          </a:p>
          <a:p>
            <a:pPr>
              <a:defRPr sz="2000"/>
            </a:pPr>
            <a:r>
              <a:t>2) Assign responsible users.</a:t>
            </a:r>
          </a:p>
          <a:p>
            <a:pPr>
              <a:defRPr sz="2000"/>
            </a:pPr>
            <a:r>
              <a:t>3) Assign relevant assets.</a:t>
            </a:r>
          </a:p>
          <a:p>
            <a:pPr>
              <a:defRPr sz="2000"/>
            </a:pPr>
            <a:r>
              <a:t>4) Link AWS accounts when cloud ownership applies.</a:t>
            </a:r>
          </a:p>
          <a:p>
            <a:pPr>
              <a:defRPr sz="2000"/>
            </a:pPr>
            <a:r>
              <a:t>5) Validate visibility with non-admin user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Audit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Enforce least-privilege: grant write rights only to maintainers.</a:t>
            </a:r>
          </a:p>
          <a:p>
            <a:pPr>
              <a:defRPr sz="2400"/>
            </a:pPr>
            <a:r>
              <a:t>Review workgroup memberships regularly.</a:t>
            </a:r>
          </a:p>
          <a:p>
            <a:pPr>
              <a:defRPr sz="2400"/>
            </a:pPr>
            <a:r>
              <a:t>Use access-denied logs for audit trail and policy tuning.</a:t>
            </a:r>
          </a:p>
          <a:p>
            <a:pPr>
              <a:defRPr sz="2400"/>
            </a:pPr>
            <a:r>
              <a:t>Treat workgroup boundary changes as security-relevant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Prefer small, purpose-driven workgroups over giant shared groups.</a:t>
            </a:r>
          </a:p>
          <a:p>
            <a:pPr>
              <a:defRPr sz="2400"/>
            </a:pPr>
            <a:r>
              <a:t>Keep naming conventions consistent (e.g., Product-Env-Team).</a:t>
            </a:r>
          </a:p>
          <a:p>
            <a:pPr>
              <a:defRPr sz="2400"/>
            </a:pPr>
            <a:r>
              <a:t>Document ownership (creator/maintainer) for each workgroup.</a:t>
            </a:r>
          </a:p>
          <a:p>
            <a:pPr>
              <a:defRPr sz="2400"/>
            </a:pPr>
            <a:r>
              <a:t>Periodically remove stale user and asset memberships.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